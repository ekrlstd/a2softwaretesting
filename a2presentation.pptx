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8972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710879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6990678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6337407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84104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156784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422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943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55804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BD67E9-9025-81FD-5E25-7DCDCFB3C1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BCDC89-F3C6-ACF9-2951-8E6CA8E686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85A04-1020-196F-32E2-3CE3A88E29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8F7D73-BDEA-654B-B507-E7FE2E8B94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270F5-B21F-76B3-158C-87B275B736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866899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55558461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3532639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6727575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2758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6029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579739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201248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5984168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65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06349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615234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585438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3160105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301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0368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3492442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487488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349544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9961011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2983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5811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73381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941156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8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2419882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5809249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9075193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93920088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55601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088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118149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32352859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155724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1816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72690599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05315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478300" name="Title 1"/>
          <p:cNvSpPr>
            <a:spLocks noGrp="1"/>
          </p:cNvSpPr>
          <p:nvPr>
            <p:ph type="title"/>
          </p:nvPr>
        </p:nvSpPr>
        <p:spPr bwMode="auto">
          <a:xfrm>
            <a:off x="1583498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75419046" name="Content Placeholder 2"/>
          <p:cNvSpPr>
            <a:spLocks noGrp="1"/>
          </p:cNvSpPr>
          <p:nvPr>
            <p:ph idx="1"/>
          </p:nvPr>
        </p:nvSpPr>
        <p:spPr bwMode="auto">
          <a:xfrm>
            <a:off x="5327914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567963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626634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7857029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550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564530" name="Title 1"/>
          <p:cNvSpPr>
            <a:spLocks noGrp="1"/>
          </p:cNvSpPr>
          <p:nvPr>
            <p:ph type="title"/>
          </p:nvPr>
        </p:nvSpPr>
        <p:spPr bwMode="auto">
          <a:xfrm>
            <a:off x="1583498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9508781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8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201341559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91324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6271362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52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6080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1463084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954738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4196084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5648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0524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7260669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50682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9005069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3534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6203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600201"/>
            <a:ext cx="9998901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63238342" name="Shape 1058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62051548" name="Shape 1059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1288177269" name="Shape 1060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2740420" name="Shape 1061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05232554" name="Shape 1062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86975856" name="Shape 1063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6921090" name="Shape 1064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05866722" name="Shape 1065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64626305" name="Shape 1066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80402608" name="Shape 1067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61440571" name="Shape 1068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22616989" name="Shape 1069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79951763" name="Shape 1070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91252356" name="Title 1"/>
          <p:cNvSpPr>
            <a:spLocks noGrp="1"/>
          </p:cNvSpPr>
          <p:nvPr>
            <p:ph type="title"/>
          </p:nvPr>
        </p:nvSpPr>
        <p:spPr bwMode="auto">
          <a:xfrm>
            <a:off x="1583498" y="274638"/>
            <a:ext cx="99989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9962043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264351" y="6356350"/>
            <a:ext cx="23180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	</a:t>
            </a:r>
            <a:fld id="{F8E3F0E9-0FC2-4DDE-87CF-3BA6A04EA4CC}" type="slidenum">
              <a:rPr/>
              <a:t>‹#›</a:t>
            </a:fld>
            <a:endParaRPr/>
          </a:p>
        </p:txBody>
      </p:sp>
      <p:sp>
        <p:nvSpPr>
          <p:cNvPr id="3516184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619018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206790461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5125706" y="6356350"/>
            <a:ext cx="35625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06775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Checkstyle Testing</a:t>
            </a:r>
            <a:endParaRPr lang="en-US"/>
          </a:p>
        </p:txBody>
      </p:sp>
      <p:sp>
        <p:nvSpPr>
          <p:cNvPr id="101461097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51674" y="3320358"/>
            <a:ext cx="10488650" cy="17525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sv-SE" sz="1600"/>
              <a:t>”</a:t>
            </a:r>
            <a:r>
              <a:rPr lang="sv-SE" sz="16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Checkstyle is a static code analysis tool that enforces Java coding standards, ensuring consistency.</a:t>
            </a:r>
            <a:r>
              <a:rPr lang="sv-SE" sz="1600"/>
              <a:t>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2993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Requirements &amp; Specifications</a:t>
            </a:r>
            <a:endParaRPr/>
          </a:p>
        </p:txBody>
      </p:sp>
      <p:sp>
        <p:nvSpPr>
          <p:cNvPr id="4153741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a:r>
              <a:rPr lang="sv-SE" b="1"/>
              <a:t>Functional</a:t>
            </a:r>
            <a:r>
              <a:rPr lang="sv-SE"/>
              <a:t>:</a:t>
            </a:r>
            <a:endParaRPr lang="sv-SE"/>
          </a:p>
          <a:p>
            <a:pPr>
              <a:defRPr/>
            </a:pPr>
            <a:r>
              <a:rPr lang="sv-SE"/>
              <a:t>Checks Java code against standards</a:t>
            </a:r>
            <a:endParaRPr lang="sv-SE"/>
          </a:p>
          <a:p>
            <a:pPr>
              <a:defRPr/>
            </a:pPr>
            <a:r>
              <a:rPr lang="sv-SE"/>
              <a:t>Allows users to set </a:t>
            </a:r>
            <a:r>
              <a:rPr lang="sv-SE"/>
              <a:t>their own rules</a:t>
            </a:r>
            <a:endParaRPr lang="sv-SE"/>
          </a:p>
          <a:p>
            <a:pPr>
              <a:defRPr/>
            </a:pPr>
            <a:r>
              <a:rPr lang="sv-SE"/>
              <a:t>Generates reports for the user</a:t>
            </a:r>
            <a:endParaRPr lang="sv-SE"/>
          </a:p>
          <a:p>
            <a:pPr>
              <a:defRPr/>
            </a:pPr>
            <a:r>
              <a:rPr lang="sv-SE"/>
              <a:t>Standalone inline check</a:t>
            </a:r>
            <a:r>
              <a:rPr lang="sv-SE"/>
              <a:t> or GUI.</a:t>
            </a:r>
            <a:endParaRPr lang="sv-SE"/>
          </a:p>
          <a:p>
            <a:pPr marL="0" indent="0">
              <a:buFont typeface="Arial"/>
              <a:buNone/>
              <a:defRPr/>
            </a:pPr>
            <a:endParaRPr lang="sv-SE"/>
          </a:p>
          <a:p>
            <a:pPr marL="0" indent="0">
              <a:buFont typeface="Arial"/>
              <a:buNone/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Non-functional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sz="2800"/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have good performance</a:t>
            </a:r>
            <a:r>
              <a:rPr lang="sv-SE"/>
              <a:t> for large codebases</a:t>
            </a:r>
            <a:endParaRPr/>
          </a:p>
        </p:txBody>
      </p:sp>
      <p:sp>
        <p:nvSpPr>
          <p:cNvPr id="25077569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a:r>
              <a:rPr lang="sv-SE" b="1"/>
              <a:t>Stakeholders</a:t>
            </a:r>
            <a:r>
              <a:rPr lang="sv-SE"/>
              <a:t>:</a:t>
            </a:r>
            <a:endParaRPr lang="sv-SE"/>
          </a:p>
          <a:p>
            <a:pPr>
              <a:defRPr/>
            </a:pPr>
            <a:r>
              <a:rPr lang="sv-SE"/>
              <a:t>Java developers</a:t>
            </a:r>
            <a:endParaRPr lang="sv-SE"/>
          </a:p>
          <a:p>
            <a:pPr>
              <a:defRPr/>
            </a:pPr>
            <a:r>
              <a:rPr lang="sv-SE"/>
              <a:t>Bigger development teams</a:t>
            </a:r>
            <a:endParaRPr lang="sv-SE"/>
          </a:p>
          <a:p>
            <a:pPr>
              <a:defRPr/>
            </a:pPr>
            <a:r>
              <a:rPr lang="sv-SE"/>
              <a:t>CI/CD systems – Checkstyle even uses Checkstyle</a:t>
            </a:r>
            <a:endParaRPr lang="sv-SE"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sv-SE" b="1"/>
              <a:t>Key risks</a:t>
            </a:r>
            <a:r>
              <a:rPr lang="sv-SE"/>
              <a:t>:</a:t>
            </a:r>
            <a:endParaRPr lang="sv-SE"/>
          </a:p>
          <a:p>
            <a:pPr>
              <a:defRPr/>
            </a:pPr>
            <a:r>
              <a:rPr lang="sv-SE"/>
              <a:t>Flagging correct code as a violation</a:t>
            </a:r>
            <a:endParaRPr lang="sv-SE"/>
          </a:p>
          <a:p>
            <a:pPr>
              <a:defRPr/>
            </a:pPr>
            <a:r>
              <a:rPr lang="sv-SE"/>
              <a:t>Java version incompatibility (out of date issues)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4967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Project Development History</a:t>
            </a:r>
            <a:endParaRPr/>
          </a:p>
        </p:txBody>
      </p:sp>
      <p:sp>
        <p:nvSpPr>
          <p:cNvPr id="10968343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Released in 2001</a:t>
            </a:r>
            <a:endParaRPr lang="sv-SE"/>
          </a:p>
          <a:p>
            <a:pPr>
              <a:defRPr/>
            </a:pPr>
            <a:r>
              <a:rPr lang="sv-SE"/>
              <a:t>Many versions over the years</a:t>
            </a:r>
            <a:endParaRPr lang="sv-SE"/>
          </a:p>
          <a:p>
            <a:pPr>
              <a:defRPr/>
            </a:pPr>
            <a:r>
              <a:rPr lang="sv-SE"/>
              <a:t>13.0.0 in early 2026</a:t>
            </a:r>
            <a:endParaRPr lang="sv-SE"/>
          </a:p>
          <a:p>
            <a:pPr>
              <a:defRPr/>
            </a:pPr>
            <a:endParaRPr/>
          </a:p>
          <a:p>
            <a:pPr>
              <a:defRPr/>
            </a:pPr>
            <a:r>
              <a:rPr lang="sv-SE"/>
              <a:t>Highly active</a:t>
            </a:r>
            <a:endParaRPr lang="sv-SE"/>
          </a:p>
          <a:p>
            <a:pPr>
              <a:defRPr/>
            </a:pPr>
            <a:r>
              <a:rPr lang="sv-SE"/>
              <a:t>8.8K stars on GitHub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1265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Current Testing Strategy</a:t>
            </a:r>
            <a:endParaRPr/>
          </a:p>
        </p:txBody>
      </p:sp>
      <p:sp>
        <p:nvSpPr>
          <p:cNvPr id="18227051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a:r>
              <a:rPr lang="sv-SE" b="1"/>
              <a:t>Granular Unit Testing</a:t>
            </a:r>
            <a:endParaRPr lang="sv-SE"/>
          </a:p>
          <a:p>
            <a:pPr>
              <a:defRPr/>
            </a:pPr>
            <a:r>
              <a:rPr lang="sv-SE"/>
              <a:t>Checkstyle uses ”checks” – essentially badly written Java files. If Checkstyle catches a check, the corresponding test passes.</a:t>
            </a:r>
            <a:endParaRPr lang="sv-SE"/>
          </a:p>
        </p:txBody>
      </p:sp>
      <p:sp>
        <p:nvSpPr>
          <p:cNvPr id="71734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sv-SE"/>
              <a:t>JUnit 5</a:t>
            </a:r>
            <a:endParaRPr lang="sv-SE"/>
          </a:p>
          <a:p>
            <a:pPr>
              <a:defRPr/>
            </a:pPr>
            <a:r>
              <a:rPr lang="sv-SE"/>
              <a:t>Maven</a:t>
            </a:r>
            <a:endParaRPr lang="sv-SE"/>
          </a:p>
          <a:p>
            <a:pPr>
              <a:defRPr/>
            </a:pPr>
            <a:r>
              <a:rPr lang="sv-SE"/>
              <a:t>SpotBugs</a:t>
            </a:r>
            <a:endParaRPr lang="sv-SE"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sv-SE" i="1"/>
              <a:t>Good CI/CD with GitHub Actions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458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Existing Test Analysis</a:t>
            </a:r>
            <a:endParaRPr/>
          </a:p>
        </p:txBody>
      </p:sp>
      <p:sp>
        <p:nvSpPr>
          <p:cNvPr id="39546348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sv-SE"/>
              <a:t>Tests run: 5672</a:t>
            </a:r>
            <a:endParaRPr lang="sv-SE"/>
          </a:p>
          <a:p>
            <a:pPr>
              <a:defRPr/>
            </a:pPr>
            <a:r>
              <a:rPr lang="sv-SE"/>
              <a:t>Failures: 0</a:t>
            </a:r>
            <a:endParaRPr lang="sv-SE"/>
          </a:p>
          <a:p>
            <a:pPr>
              <a:defRPr/>
            </a:pPr>
            <a:r>
              <a:rPr lang="sv-SE"/>
              <a:t>Errors: 0</a:t>
            </a:r>
            <a:endParaRPr lang="sv-SE"/>
          </a:p>
          <a:p>
            <a:pPr>
              <a:defRPr/>
            </a:pPr>
            <a:r>
              <a:rPr lang="sv-SE"/>
              <a:t>Skipped: 16</a:t>
            </a:r>
            <a:endParaRPr lang="sv-SE"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sv-SE" i="1"/>
              <a:t>Skipped are because of a GUI when running in headless env.</a:t>
            </a:r>
            <a:r>
              <a:rPr lang="sv-SE" i="1"/>
              <a:t> like terminal/ssh.</a:t>
            </a:r>
            <a:endParaRPr i="1"/>
          </a:p>
        </p:txBody>
      </p:sp>
      <p:sp>
        <p:nvSpPr>
          <p:cNvPr id="6870921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a:r>
              <a:rPr lang="sv-SE" i="1"/>
              <a:t>We performed exploratory testing. All tests passed, but when using Java 25, a dependency called bytebuddy made some tests fail. Had to roll back to JDK 21.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4791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Improvements</a:t>
            </a:r>
            <a:endParaRPr/>
          </a:p>
        </p:txBody>
      </p:sp>
      <p:sp>
        <p:nvSpPr>
          <p:cNvPr id="126506824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sv-SE"/>
              <a:t>Covarage and test quality are excellent</a:t>
            </a:r>
            <a:endParaRPr lang="sv-SE"/>
          </a:p>
          <a:p>
            <a:pPr>
              <a:defRPr/>
            </a:pPr>
            <a:r>
              <a:rPr lang="sv-SE"/>
              <a:t>The pom.xml file even forces 100% coverage for many modules.</a:t>
            </a:r>
            <a:endParaRPr/>
          </a:p>
        </p:txBody>
      </p:sp>
      <p:sp>
        <p:nvSpPr>
          <p:cNvPr id="4891644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a:r>
              <a:rPr lang="sv-SE" b="1"/>
              <a:t>Proposed improvements</a:t>
            </a:r>
            <a:endParaRPr lang="sv-SE"/>
          </a:p>
          <a:p>
            <a:pPr>
              <a:defRPr/>
            </a:pPr>
            <a:r>
              <a:rPr lang="sv-SE"/>
              <a:t>Better testing against multiple JDK versions</a:t>
            </a:r>
            <a:endParaRPr lang="sv-SE"/>
          </a:p>
          <a:p>
            <a:pPr>
              <a:defRPr/>
            </a:pPr>
            <a:r>
              <a:rPr lang="sv-SE"/>
              <a:t>Better crash handling for </a:t>
            </a:r>
            <a:r>
              <a:rPr lang="sv-SE"/>
              <a:t>GUI crash in headless environment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2026-01-08T22:40:23Z</dcterms:modified>
</cp:coreProperties>
</file>